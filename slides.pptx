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第一階段學習作品集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我用 AI 改變了物流的什麼？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BOSS_I 主管簡報 · W1–W4 任務回顧與價值論述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林哲均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青年 AI 實戰養成班・智慧物流班　W1–W4（Day 1–20）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yake6587@gmail.com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講師：Allen 老師（AIBILA 團隊）　·　2026 年 7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我學了什麼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 20 天，四個角色、四種思維方式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82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6276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資料驅動師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62763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資料清洗、RFM 客戶分群、Streamlit 儀表板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58200" y="1627632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 業績來自 20% 客戶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734056"/>
            <a:ext cx="548640" cy="548640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791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管理工程師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26791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 WMS、運輸 TMS、採購評估、決策簡報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2679192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41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排程的核心是「瓶頸」不是「平均」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37307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價值師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37307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監督式分類 / 回歸、關聯規則、K-means 分群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58200" y="3730752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不是替代人，是放大人能做的事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837176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37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47823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智慧架構師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47823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文本探勘、路徑最佳化、系統整合、AI Agent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58200" y="4782312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整合難在治理，Agent 強在做不在想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第一階段（W1–W4）學習地圖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我做了什麼任務 — W1 資料 × W2 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W1・資料驅動師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任務03 清洗訂單＋冷鏈雙資料源，產出清洗稽核日誌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9443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34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任務04 Streamlit 現況儀表板（≥3 KPI卡＋預警標註）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8587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任務05 RFM 客戶分層，篩出 VIP／At Risk 名單與行動書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W2・管理工程師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0299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任務06 倉儲 ABC 分類，重排儲位並產出前後對照熱圖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9443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834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任務07 OTD 達交率互動地圖，三層拆解找出遲到病灶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8587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749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任務08＋09 供應鏈三表串接，做成給總經理的決策簡報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230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584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項具體任務產出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5230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份可視覺化成果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38160" y="5230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816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份總經理決策簡報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任務清單（節選）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我做了什麼任務 — W3 AI × W4 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2E417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W3・AI 價值師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128016" cy="128016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決策樹流失預測、Prophet 銷量預測（先跑 Baseline）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871216"/>
            <a:ext cx="128016" cy="128016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6148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Apriori 促銷組合分析（Lift 一票否決）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712464"/>
            <a:ext cx="128016" cy="128016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60273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K-means 客戶分群（標準化為硬性條件）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553712"/>
            <a:ext cx="128016" cy="128016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4439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BOSS III：四能力整合成 Streamlit 推薦引擎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2344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W4・智慧架構師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202996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任務14 客訴文本情感分析＋服務藍圖設計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87121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76148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任務15 OR-Tools 車輛路徑最佳化（CVRPTW）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71246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60273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任務16 SQLite 整合層＋ Streamlit 三頁原型機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55371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439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任務17 AI Agent 自動化庫存異常警示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從「預測」到「整合」到「自動執行」— W3 建立四種 AI 能力，W4 把它們接成一個能跑的系統。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任務清單（節選）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深入論述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客戶流失預測：從「模型準」到「主管敢用」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9659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哪些客戶下個月可能流失？用決策樹做二元分類，銜接 W1 的 RFM「At Risk」分群。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反直覺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31089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 Accuracy 可能只是類別不平衡的假象——流失客戶本就是少數，模型只要全猜「不流失」就有高準確率。改看混淆矩陣、Recall／Precision，才看得出模型有沒有真的抓到會走的客戶。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51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商業行動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42519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把模型輸出對回 RFM 分群：高流失風險＋高 Monetary 的客戶優先介入，而非對所有人平均分配關懷資源。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39496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這件事教我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53949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技術指標好看不等於業務上有用；先確認資料的答案型態、先看業務能不能用，才決定要不要上複雜模型。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取材自 Day 11 監督式分類任務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對未來的想法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第二階段（W5–W8）：從單兵能力走向企業真題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賦能專案管理＋企業真題分組承接、物流影像辨識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7432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智慧倉儲庫存＋路徑與排程最佳化（OR-Tools 進階）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2E41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7432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需求預測與商業決策＋倉儲數位雙生與減碳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0" y="16002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8280" y="1783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23317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98280" y="27432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彩排 → Demo Day → Match Day → 結訓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864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我想接的題目方向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23036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路徑與排程最佳化、AI Agent 流程自動化 —— 歡迎找我一起組隊。（依個人經歷可自行調整）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第二階段（W5–W8）預告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整合勝於完美，資料驅動決策。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這是我第一階段最深的體會：AI 不是取代人的判斷，而是把人的判斷放大、講得更清楚、更快被信任。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8686800" cy="1371600"/>
          </a:xfrm>
          <a:prstGeom prst="roundRect">
            <a:avLst>
              <a:gd name="adj" fmla="val 5333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434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林哲均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yake6587@gmail.com　·　完整作品集：見 BOSS_II 專案導覽網頁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 · Allen 老師（AIBILA 團隊）智慧物流班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2026-07-27T10:30:29Z</dcterms:created>
  <dcterms:modified xsi:type="dcterms:W3CDTF">2026-07-27T10:30:29Z</dcterms:modified>
</cp:coreProperties>
</file>